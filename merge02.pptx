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11430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06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64C5D-E3CF-4346-9B11-8B49A1DB7B7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28625" y="1143000"/>
            <a:ext cx="7715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0782CF-9DE4-45D1-9717-A446A0BE7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600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3933" rtl="0" eaLnBrk="1" latinLnBrk="0" hangingPunct="1">
      <a:defRPr sz="1094" kern="1200">
        <a:solidFill>
          <a:schemeClr val="tx1"/>
        </a:solidFill>
        <a:latin typeface="+mn-lt"/>
        <a:ea typeface="+mn-ea"/>
        <a:cs typeface="+mn-cs"/>
      </a:defRPr>
    </a:lvl1pPr>
    <a:lvl2pPr marL="416966" algn="l" defTabSz="833933" rtl="0" eaLnBrk="1" latinLnBrk="0" hangingPunct="1">
      <a:defRPr sz="1094" kern="1200">
        <a:solidFill>
          <a:schemeClr val="tx1"/>
        </a:solidFill>
        <a:latin typeface="+mn-lt"/>
        <a:ea typeface="+mn-ea"/>
        <a:cs typeface="+mn-cs"/>
      </a:defRPr>
    </a:lvl2pPr>
    <a:lvl3pPr marL="833933" algn="l" defTabSz="833933" rtl="0" eaLnBrk="1" latinLnBrk="0" hangingPunct="1">
      <a:defRPr sz="1094" kern="1200">
        <a:solidFill>
          <a:schemeClr val="tx1"/>
        </a:solidFill>
        <a:latin typeface="+mn-lt"/>
        <a:ea typeface="+mn-ea"/>
        <a:cs typeface="+mn-cs"/>
      </a:defRPr>
    </a:lvl3pPr>
    <a:lvl4pPr marL="1250899" algn="l" defTabSz="833933" rtl="0" eaLnBrk="1" latinLnBrk="0" hangingPunct="1">
      <a:defRPr sz="1094" kern="1200">
        <a:solidFill>
          <a:schemeClr val="tx1"/>
        </a:solidFill>
        <a:latin typeface="+mn-lt"/>
        <a:ea typeface="+mn-ea"/>
        <a:cs typeface="+mn-cs"/>
      </a:defRPr>
    </a:lvl4pPr>
    <a:lvl5pPr marL="1667866" algn="l" defTabSz="833933" rtl="0" eaLnBrk="1" latinLnBrk="0" hangingPunct="1">
      <a:defRPr sz="1094" kern="1200">
        <a:solidFill>
          <a:schemeClr val="tx1"/>
        </a:solidFill>
        <a:latin typeface="+mn-lt"/>
        <a:ea typeface="+mn-ea"/>
        <a:cs typeface="+mn-cs"/>
      </a:defRPr>
    </a:lvl5pPr>
    <a:lvl6pPr marL="2084832" algn="l" defTabSz="833933" rtl="0" eaLnBrk="1" latinLnBrk="0" hangingPunct="1">
      <a:defRPr sz="1094" kern="1200">
        <a:solidFill>
          <a:schemeClr val="tx1"/>
        </a:solidFill>
        <a:latin typeface="+mn-lt"/>
        <a:ea typeface="+mn-ea"/>
        <a:cs typeface="+mn-cs"/>
      </a:defRPr>
    </a:lvl6pPr>
    <a:lvl7pPr marL="2501798" algn="l" defTabSz="833933" rtl="0" eaLnBrk="1" latinLnBrk="0" hangingPunct="1">
      <a:defRPr sz="1094" kern="1200">
        <a:solidFill>
          <a:schemeClr val="tx1"/>
        </a:solidFill>
        <a:latin typeface="+mn-lt"/>
        <a:ea typeface="+mn-ea"/>
        <a:cs typeface="+mn-cs"/>
      </a:defRPr>
    </a:lvl7pPr>
    <a:lvl8pPr marL="2918765" algn="l" defTabSz="833933" rtl="0" eaLnBrk="1" latinLnBrk="0" hangingPunct="1">
      <a:defRPr sz="1094" kern="1200">
        <a:solidFill>
          <a:schemeClr val="tx1"/>
        </a:solidFill>
        <a:latin typeface="+mn-lt"/>
        <a:ea typeface="+mn-ea"/>
        <a:cs typeface="+mn-cs"/>
      </a:defRPr>
    </a:lvl8pPr>
    <a:lvl9pPr marL="3335731" algn="l" defTabSz="833933" rtl="0" eaLnBrk="1" latinLnBrk="0" hangingPunct="1">
      <a:defRPr sz="109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28625" y="1143000"/>
            <a:ext cx="77152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782CF-9DE4-45D1-9717-A446A0BE7A1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54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8750" y="748242"/>
            <a:ext cx="8572500" cy="1591733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8750" y="2401359"/>
            <a:ext cx="8572500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0305-12BF-4BF6-9732-968EA89D197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A1CD-5677-4461-A865-625D9B1BE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556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0305-12BF-4BF6-9732-968EA89D197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A1CD-5677-4461-A865-625D9B1BE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56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859" y="1139826"/>
            <a:ext cx="9858375" cy="19018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859" y="3059642"/>
            <a:ext cx="9858375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0305-12BF-4BF6-9732-968EA89D197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A1CD-5677-4461-A865-625D9B1BE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75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5813" y="1217083"/>
            <a:ext cx="485775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86438" y="1217083"/>
            <a:ext cx="485775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0305-12BF-4BF6-9732-968EA89D197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A1CD-5677-4461-A865-625D9B1BE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315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301" y="243417"/>
            <a:ext cx="9858375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7302" y="1120775"/>
            <a:ext cx="4835425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7302" y="1670050"/>
            <a:ext cx="4835425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86437" y="1120775"/>
            <a:ext cx="4859239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86437" y="1670050"/>
            <a:ext cx="4859239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0305-12BF-4BF6-9732-968EA89D197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A1CD-5677-4461-A865-625D9B1BE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64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0305-12BF-4BF6-9732-968EA89D197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A1CD-5677-4461-A865-625D9B1BE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20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0305-12BF-4BF6-9732-968EA89D197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A1CD-5677-4461-A865-625D9B1BE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15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302" y="304800"/>
            <a:ext cx="3686472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9238" y="658284"/>
            <a:ext cx="5786438" cy="3249083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02" y="1371600"/>
            <a:ext cx="3686472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0305-12BF-4BF6-9732-968EA89D197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A1CD-5677-4461-A865-625D9B1BE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76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302" y="304800"/>
            <a:ext cx="3686472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59238" y="658284"/>
            <a:ext cx="5786438" cy="3249083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02" y="1371600"/>
            <a:ext cx="3686472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0305-12BF-4BF6-9732-968EA89D197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A1CD-5677-4461-A865-625D9B1BE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284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0305-12BF-4BF6-9732-968EA89D197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A1CD-5677-4461-A865-625D9B1BE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30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79594" y="243417"/>
            <a:ext cx="2464594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5813" y="243417"/>
            <a:ext cx="7250906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0305-12BF-4BF6-9732-968EA89D197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A1CD-5677-4461-A865-625D9B1BE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189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5813" y="243417"/>
            <a:ext cx="9858375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5813" y="1217083"/>
            <a:ext cx="9858375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813" y="4237567"/>
            <a:ext cx="25717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0305-12BF-4BF6-9732-968EA89D197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86188" y="4237567"/>
            <a:ext cx="3857625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2438" y="4237567"/>
            <a:ext cx="25717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19A1CD-5677-4461-A865-625D9B1BE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98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5A6ABAB-ECE2-01E0-516D-DFDED1EC8F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9714" y="457200"/>
            <a:ext cx="5486400" cy="41148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D6202F5-1743-5469-7F0E-A51490982E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0" y="390830"/>
            <a:ext cx="5486400" cy="41148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409DB3-7A3E-3EB5-E99E-634E44AD042E}"/>
              </a:ext>
            </a:extLst>
          </p:cNvPr>
          <p:cNvSpPr/>
          <p:nvPr/>
        </p:nvSpPr>
        <p:spPr>
          <a:xfrm>
            <a:off x="44243" y="66370"/>
            <a:ext cx="530942" cy="37362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670E56A-ADA3-65C4-7E01-9F497A2C045E}"/>
              </a:ext>
            </a:extLst>
          </p:cNvPr>
          <p:cNvSpPr/>
          <p:nvPr/>
        </p:nvSpPr>
        <p:spPr>
          <a:xfrm>
            <a:off x="5943600" y="66370"/>
            <a:ext cx="530942" cy="37362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81602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3</Words>
  <Application>Microsoft Office PowerPoint</Application>
  <PresentationFormat>Custom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nasrin</dc:creator>
  <cp:lastModifiedBy>nasrin</cp:lastModifiedBy>
  <cp:revision>2</cp:revision>
  <dcterms:created xsi:type="dcterms:W3CDTF">2026-07-04T07:23:10Z</dcterms:created>
  <dcterms:modified xsi:type="dcterms:W3CDTF">2026-07-04T07:41:59Z</dcterms:modified>
</cp:coreProperties>
</file>